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4632" y="0"/>
            <a:ext cx="274320" cy="6858000"/>
          </a:xfrm>
          <a:prstGeom prst="rect">
            <a:avLst/>
          </a:prstGeom>
          <a:solidFill>
            <a:srgbClr val="006C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rgbClr val="006C35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خطة الإطلاق 2026</a:t>
            </a:r>
            <a:endParaRPr lang="ar-SA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Char char="•"/>
            </a:pPr>
            <a:r>
              <a:rPr lang="ar-SA" altLang="en-US" sz="2600" dirty="0">
                <a:solidFill>
                  <a:srgbClr val="333333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المرحلة الأولى: يناير – مارس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•"/>
            </a:pPr>
            <a:r>
              <a:rPr lang="ar-SA" altLang="en-US" sz="2600" dirty="0">
                <a:solidFill>
                  <a:srgbClr val="333333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ميزانية 1.2 مليون ريال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•"/>
            </a:pPr>
            <a:r>
              <a:rPr lang="ar-SA" altLang="en-US" sz="2600" dirty="0">
                <a:solidFill>
                  <a:srgbClr val="333333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فريق من 15 شخصًا (Product + Engineering)</a:t>
            </a:r>
            <a:endParaRPr lang="ar-SA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الإطلاق 2026</dc:title>
  <dc:subject>PptxGenJS Presentation</dc:subject>
  <dc:creator>PptxGenJS</dc:creator>
  <cp:lastModifiedBy>PptxGenJS</cp:lastModifiedBy>
  <cp:revision>1</cp:revision>
  <dcterms:created xsi:type="dcterms:W3CDTF">2026-10-18T06:35:31Z</dcterms:created>
  <dcterms:modified xsi:type="dcterms:W3CDTF">2026-10-18T06:35:31Z</dcterms:modified>
</cp:coreProperties>
</file>