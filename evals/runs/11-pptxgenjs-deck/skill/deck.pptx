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548640"/>
            <a:ext cx="109728" cy="822960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006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الإطلاق 2026</a:t>
            </a:r>
            <a:endParaRPr lang="ar-SA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138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04800" indent="-3048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ar-SA" alt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الأولى: يناير – مارس</a:t>
            </a:r>
            <a:endParaRPr lang="ar-SA" sz="2400" dirty="0"/>
          </a:p>
          <a:p>
            <a:pPr rtl="1" algn="r" marL="304800" indent="-3048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ar-SA" alt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ميزانية 1.2 مليون ريال</a:t>
            </a:r>
            <a:endParaRPr lang="ar-SA" sz="2400" dirty="0"/>
          </a:p>
          <a:p>
            <a:pPr rtl="1" algn="r" marL="304800" indent="-3048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ar-SA" alt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من 15 شخصًا (Product + Engineering)</a:t>
            </a:r>
            <a:endParaRPr lang="ar-SA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الإطلاق 2026</dc:title>
  <dc:subject>PptxGenJS Presentation</dc:subject>
  <dc:creator>PptxGenJS</dc:creator>
  <cp:lastModifiedBy>PptxGenJS</cp:lastModifiedBy>
  <cp:revision>1</cp:revision>
  <dcterms:created xsi:type="dcterms:W3CDTF">2026-10-18T06:35:34Z</dcterms:created>
  <dcterms:modified xsi:type="dcterms:W3CDTF">2026-10-18T06:35:34Z</dcterms:modified>
</cp:coreProperties>
</file>